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Passing</c:v>
                  </c:pt>
                  <c:pt idx="1">
                    <c:v>Excluded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920240"/>
            <a:ext cx="56692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5029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CyberAudit &amp; Solutions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Audit Management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Holberton School Dijon — Portfolio 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8803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Tommy JOUHANS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 |  Sophie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0" y="640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2160" y="1143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Platform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852160" y="1920240"/>
            <a:ext cx="146304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9202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52360" y="1920240"/>
            <a:ext cx="146304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9202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5.1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2578608"/>
            <a:ext cx="146304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25786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52360" y="2578608"/>
            <a:ext cx="146304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25786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3236976"/>
            <a:ext cx="146304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323697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52360" y="3236976"/>
            <a:ext cx="146304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23697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4572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1612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 security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SMEs have no dedicated cybersecurity team or budget to protect their infrastructure.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715000" y="11612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15000" y="1554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requests are handled via email — no tracking, no traceability, no SLA.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926080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303580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290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status updates. Clients wait in the dark after submitting a request.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42062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15000" y="303580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reporting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15000" y="34290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reports are sent as email attachments — impossible to manage at scale.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web platform connecting SME clients and CyberAudit operators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265176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Request 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choose a pack, fill a form, get instant email confirmation via EmailJS.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5176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554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1874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22128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request — Pending, In Progress, Completed, Archived.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463040"/>
            <a:ext cx="265176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554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1874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2128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manage all requests, update status, assign team members.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200400"/>
            <a:ext cx="265176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91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950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vulnerability reports via WeasyPrint + Celery async tasks.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200400"/>
            <a:ext cx="265176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291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29000" y="3611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Modules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950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cybersecurity awareness modules with progress tracking.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200400"/>
            <a:ext cx="265176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291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3611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950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authentication, role-based access control (client / admin).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Context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5029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Tommy JOUHANS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Holberton School Dijon — Backend, Auth, EmailJS, Deploy, CI/CD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304288"/>
            <a:ext cx="5029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5000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500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7157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Holberton School Dijon — Frontend, UI Components, Admin Dashboard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602736"/>
            <a:ext cx="5029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648456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4845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675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0142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Holberton School Dijon — Data, Training Modules, Reports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1005840"/>
            <a:ext cx="3200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6440" y="10972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06440" y="1572768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Holberton School Dijon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Full-Stack program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06440" y="2185416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Les Entrep' association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Entrepreneurial project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06440" y="2798064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4-week sprint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Stage 3 → Stage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3410712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Live: Railway + Vercel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Production deployed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4023360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GitHub Actions CI/CD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Automated tests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65176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63040"/>
            <a:ext cx="246888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8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JWT interceptors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EmailJS (transactional emails)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Testing Library (40 tests)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65176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463040"/>
            <a:ext cx="246888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5.1 + DRF 3.17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SimpleJWT (60min access / 60d refresh)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 (async tasks)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WeasyPrint (PDF reports)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(production)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coverage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65176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DEVOPS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37160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463040"/>
            <a:ext cx="246888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Railway: backend + PostgreSQL + Redis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Vercel: frontend CDN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pipeline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dj-database-url + whitenoise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python-decouple (.env config)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Production-ready: gunicorn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828800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51560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609344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0" y="1005840"/>
            <a:ext cx="18288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051560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609344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120640" y="777240"/>
            <a:ext cx="1645920" cy="804672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822960"/>
            <a:ext cx="1645920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1260043"/>
            <a:ext cx="164592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DB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0" y="1691640"/>
            <a:ext cx="164592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737360"/>
            <a:ext cx="1645920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2174443"/>
            <a:ext cx="164592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Cache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95160" y="1005840"/>
            <a:ext cx="1828800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1051560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95160" y="1609344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Tasks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1828800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80360"/>
            <a:ext cx="1828800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EmailJS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317443"/>
            <a:ext cx="182880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Service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2834640"/>
            <a:ext cx="182880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2880360"/>
            <a:ext cx="1828800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WeasyPrint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317443"/>
            <a:ext cx="182880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20640" y="2834640"/>
            <a:ext cx="1828800" cy="804672"/>
          </a:xfrm>
          <a:prstGeom prst="rect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880360"/>
            <a:ext cx="1828800" cy="466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3317443"/>
            <a:ext cx="1828800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94560" y="150876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572000" y="118872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572000" y="173736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766560" y="150876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2148840" y="12984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HTTP/JWT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— Key Flows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960120"/>
            <a:ext cx="822960" cy="8229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27632" y="1371600"/>
            <a:ext cx="4572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65960"/>
            <a:ext cx="1645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65960"/>
            <a:ext cx="1645920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stored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client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96012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2496312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46704" y="1371600"/>
            <a:ext cx="4572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84832" y="1965960"/>
            <a:ext cx="1645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84832" y="1965960"/>
            <a:ext cx="164592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2084832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Pack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76272" y="242316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packs: Audit, Security,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Protection, Premium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€1,000 → €5,000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15384" y="960120"/>
            <a:ext cx="822960" cy="8229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215384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65776" y="1371600"/>
            <a:ext cx="4572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03904" y="1965960"/>
            <a:ext cx="1645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03904" y="1965960"/>
            <a:ext cx="16459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3803904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95344" y="242316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info + 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DOSSIER-YYYY-NNNN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34456" y="96012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934456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784848" y="1371600"/>
            <a:ext cx="4572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22976" y="1965960"/>
            <a:ext cx="1645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22976" y="1965960"/>
            <a:ext cx="16459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522976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Confirmation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14416" y="242316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via EmailJS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Reference, pack, price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53528" y="960120"/>
            <a:ext cx="822960" cy="8229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7653528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242048" y="1965960"/>
            <a:ext cx="1645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42048" y="1965960"/>
            <a:ext cx="164592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7242048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33488" y="242316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In Progress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Completed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 — Operator 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155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115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/ In Progress / Completed / Archived counters. Filter by status, pack, client.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1155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023360" y="1115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600200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client details, update status, assign operator, add internal notes.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0058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1155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03720" y="1115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Notifications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600200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status update emails with readable status and internal notes via EmailJS.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9260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035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30358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WeasyPrint + Celery generates vulnerability reports asynchronously.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29000" y="3035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023360" y="30358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520440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Railway — 35 requests, 9 clients. Persistent across restarts.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29260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3035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03720" y="30358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520440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see all requests. Clients see only their own. Enforced at API level.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931920" y="15087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🚀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Register as a new client → Submit an audit request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Receive email confirmation with reference &amp; details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Login as admin → View full request dashboard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Update request status → Send notification to client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Generate PDF vulnerability report via Celery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backend-production-46c13.up.railway.app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CI/CD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4114800" cy="43891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601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Vitest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463040"/>
          <a:ext cx="393192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15468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40 tests passing across 4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validators, StatusBadge, useAuth, ProtectedRoute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11.6% statement coverage (growing)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New tests: dataService, DashboardPage, TrainingPage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60120"/>
            <a:ext cx="411480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9601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pytest + GitHub Actions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92040" y="1508760"/>
            <a:ext cx="38404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pytest-django: 14+ tests (accounts app)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JWT auth: register, login, logout, refresh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RBAC: role-based endpoint protection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Rate limiting: 5 req/min throttle tested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pipeline: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Install Python 3.12 + pip deps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Run ruff lint + black format check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Run pytest with coverage threshold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Deploy to Railway on push to main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Infrastructure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828800" cy="1463040"/>
          </a:xfrm>
          <a:prstGeom prst="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155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6642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CI/CD triggers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377440" y="1005840"/>
            <a:ext cx="182880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77440" y="11155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16642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edge deploy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1005840"/>
            <a:ext cx="182880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0" y="11155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16642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Gunicorn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WhiteNoise static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0" y="1005840"/>
            <a:ext cx="182880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1155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16642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requests stored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2743200"/>
            <a:ext cx="1828800" cy="1463040"/>
          </a:xfrm>
          <a:prstGeom prst="rect">
            <a:avLst/>
          </a:prstGeom>
          <a:solidFill>
            <a:srgbClr val="7F1D1D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89120" y="28529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34015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broker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result backend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0" y="2743200"/>
            <a:ext cx="1828800" cy="1463040"/>
          </a:xfrm>
          <a:prstGeom prst="rect">
            <a:avLst/>
          </a:prstGeom>
          <a:solidFill>
            <a:srgbClr val="14532D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28529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34015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notifications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1828800" cy="1463040"/>
          </a:xfrm>
          <a:prstGeom prst="rect">
            <a:avLst/>
          </a:prstGeom>
          <a:solidFill>
            <a:srgbClr val="1E40A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28529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EmailJS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4015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service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77440" y="2743200"/>
            <a:ext cx="1828800" cy="1463040"/>
          </a:xfrm>
          <a:prstGeom prst="rect">
            <a:avLst/>
          </a:prstGeom>
          <a:solidFill>
            <a:srgbClr val="4C1D95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377440" y="28529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WeasyPrint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77440" y="34015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communicate via environment variables — no credentials in source code.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457200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00584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— mobile &amp; tablet breakpoints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457200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all remaining API endpoints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286000"/>
            <a:ext cx="457200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8600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🧪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≥ 80% (frontend + backend)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926080"/>
            <a:ext cx="457200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2608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92608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email domain (paid EmailJS plan)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566160"/>
            <a:ext cx="457200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6616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56616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 — CSP headers, OWASP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4206240"/>
            <a:ext cx="457200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2062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20624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(FR / EN)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94960" y="228600"/>
            <a:ext cx="3383280" cy="4663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10972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5394960" y="2103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94960" y="301752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github.com/Tommy-JOUHANS/portfolio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backend-production-46c13.up.railway.app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tommy.jouhans@outlook.com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CyberAudit &amp; Solutions — Portfolio Presentation</dc:title>
  <dc:subject>PptxGenJS Presentation</dc:subject>
  <dc:creator>Tommy JOUHANS</dc:creator>
  <cp:lastModifiedBy>Tommy JOUHANS</cp:lastModifiedBy>
  <cp:revision>1</cp:revision>
  <dcterms:created xsi:type="dcterms:W3CDTF">2026-06-03T14:23:00Z</dcterms:created>
  <dcterms:modified xsi:type="dcterms:W3CDTF">2026-06-03T14:23:00Z</dcterms:modified>
</cp:coreProperties>
</file>